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165b11cea94579" /><Relationship Type="http://schemas.openxmlformats.org/officeDocument/2006/relationships/extended-properties" Target="/docProps/app.xml" Id="Rd5773b4b09a54b26" /><Relationship Type="http://schemas.openxmlformats.org/officeDocument/2006/relationships/officeDocument" Target="/ppt/presentation.xml" Id="Rf20f8134c2dc46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bccec0133d4c38"/>
  </p:sldMasterIdLst>
  <p:notesMasterIdLst>
    <p:notesMasterId xmlns:r="http://schemas.openxmlformats.org/officeDocument/2006/relationships" r:id="Rb553744a960f48e7"/>
  </p:notesMasterIdLst>
  <p:sldIdLst>
    <p:sldId xmlns:r="http://schemas.openxmlformats.org/officeDocument/2006/relationships" id="256" r:id="Rc4f0633cc5aa45b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55e002bf3a4dc9" /><Relationship Type="http://schemas.openxmlformats.org/officeDocument/2006/relationships/slideMaster" Target="/ppt/slideMasters/slideMaster1.xml" Id="Ra9bccec0133d4c38" /><Relationship Type="http://schemas.openxmlformats.org/officeDocument/2006/relationships/notesMaster" Target="/ppt/notesMasters/notesMaster1.xml" Id="Rb553744a960f48e7" /><Relationship Type="http://schemas.openxmlformats.org/officeDocument/2006/relationships/presProps" Target="/ppt/presProps.xml" Id="Rad03d9b4b71349b6" /><Relationship Type="http://schemas.openxmlformats.org/officeDocument/2006/relationships/tableStyles" Target="/ppt/tableStyles.xml" Id="Rf129b7f041794c62" /><Relationship Type="http://schemas.openxmlformats.org/officeDocument/2006/relationships/slide" Target="/ppt/slides/slide1.xml" Id="Rc4f0633cc5aa45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97a93476b2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b5d4ec03f24d9a" /><Relationship Type="http://schemas.openxmlformats.org/officeDocument/2006/relationships/notesMaster" Target="/ppt/notesMasters/notesMaster1.xml" Id="R4e2cf32486204f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reports/final_eval.json, anomaly_models.default and anomaly_models.tuned, locked synthetic test. The user-provided bhurakshak_isolation_forest_performance.png supplies the original displayed values and caveat. Percentages are rounded to two decimal places. Recall uses the development healthy threshold; this is not a newly optimized locked-test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d00f074c54c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fe0cfbb454b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34f8824a14a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52013e69142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600df6baa4a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6aa15c6e447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ABE0E57-895A-45B9-A41F-D00EE1B8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9EE727-6EB4-4BB2-9F83-3D2646FA6B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4B0EE43-EA7C-4E0A-8369-46BAAFC364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709B90A-1771-4EE4-9F28-F2D79B1D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B4502E-2BFA-479B-BDF0-DA0AEFC15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EBB4AD-DDD1-4A87-9D95-5200F2ED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71EC71-C11C-4929-80BD-41374566A0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8366FDC-0B87-43F5-9169-3CB833DBD0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F52E1EB-70D4-4B31-9CD6-0F55CB0D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56EA68-B977-42BD-897E-E158B27F0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CD3736-3805-4600-9D90-9CDA0A0AD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7E1FAE-18A4-40CD-8BC2-389B4EA68A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C61FBB0-AF5E-4E08-9AD7-C64A091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D4A50C-EAC8-42FF-A41C-97A9A0B8D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1F1DD2-7E54-492B-8A49-7DBB970A1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794123a5de49fd" /><Relationship Type="http://schemas.openxmlformats.org/officeDocument/2006/relationships/slideLayout" Target="/ppt/slideLayouts/slideLayout1.xml" Id="R365cc1401e424be5" /><Relationship Type="http://schemas.openxmlformats.org/officeDocument/2006/relationships/slideLayout" Target="/ppt/slideLayouts/slideLayout2.xml" Id="R1301e18db31f4ccf" /><Relationship Type="http://schemas.openxmlformats.org/officeDocument/2006/relationships/slideLayout" Target="/ppt/slideLayouts/slideLayout3.xml" Id="R51a38738700c433b" /><Relationship Type="http://schemas.openxmlformats.org/officeDocument/2006/relationships/slideLayout" Target="/ppt/slideLayouts/slideLayout4.xml" Id="R4085b7ec54324d01" /><Relationship Type="http://schemas.openxmlformats.org/officeDocument/2006/relationships/slideLayout" Target="/ppt/slideLayouts/slideLayout5.xml" Id="Rf0ee5642920c4511" /><Relationship Type="http://schemas.openxmlformats.org/officeDocument/2006/relationships/slideLayout" Target="/ppt/slideLayouts/slideLayout6.xml" Id="R9f9d17dd84664c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5cc1401e424be5"/>
    <p:sldLayoutId xmlns:r="http://schemas.openxmlformats.org/officeDocument/2006/relationships" id="2147483650" r:id="R1301e18db31f4ccf"/>
    <p:sldLayoutId xmlns:r="http://schemas.openxmlformats.org/officeDocument/2006/relationships" id="2147483651" r:id="R51a38738700c433b"/>
    <p:sldLayoutId xmlns:r="http://schemas.openxmlformats.org/officeDocument/2006/relationships" id="2147483652" r:id="R4085b7ec54324d01"/>
    <p:sldLayoutId xmlns:r="http://schemas.openxmlformats.org/officeDocument/2006/relationships" id="2147483653" r:id="Rf0ee5642920c4511"/>
    <p:sldLayoutId xmlns:r="http://schemas.openxmlformats.org/officeDocument/2006/relationships" id="2147483654" r:id="R9f9d17dd84664c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59b3cd048438a" /><Relationship Type="http://schemas.openxmlformats.org/officeDocument/2006/relationships/chart" Target="/ppt/slides/charts/chart1.xml" Id="R0f735e281efb4a92" /><Relationship Type="http://schemas.openxmlformats.org/officeDocument/2006/relationships/chart" Target="/ppt/slides/charts/chart2.xml" Id="R13c16a2f7dc44a09" /><Relationship Type="http://schemas.openxmlformats.org/officeDocument/2006/relationships/notesSlide" Target="/ppt/notesSlides/notesSlide1.xml" Id="R6e93fd36f8a5477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Anomaly PR-AUC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Data'!$A$2:$A$3</c:f>
              <c:strCache>
                <c:ptCount val="2"/>
                <c:pt idx="0">
                  <c:v>Default Isolation Forest</c:v>
                </c:pt>
                <c:pt idx="1">
                  <c:v>Tuned Isolation Forest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0.97168</c:v>
                </c:pt>
                <c:pt idx="1">
                  <c:v>0.973999</c:v>
                </c:pt>
              </c:numCache>
            </c:numRef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9A9A9A"/>
            </a:solidFill>
          </c:spPr>
          <c:cat>
            <c:strRef>
              <c:f>'Chart Data'!$C$2:$C$3</c:f>
              <c:strCache>
                <c:ptCount val="2"/>
                <c:pt idx="0">
                  <c:v>Default Isolation Forest</c:v>
                </c:pt>
                <c:pt idx="1">
                  <c:v>Tuned Isolation Forest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0.588529</c:v>
                </c:pt>
                <c:pt idx="1">
                  <c:v>0.895942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2E2E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7171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False-positive rate</c:v>
          </c:tx>
          <c:spPr>
            <a:solidFill xmlns:a="http://schemas.openxmlformats.org/drawingml/2006/main">
              <a:srgbClr val="777777"/>
            </a:solidFill>
          </c:spPr>
          <c:cat>
            <c:strRef>
              <c:f>'Chart Data'!$A$2:$A$3</c:f>
              <c:strCache>
                <c:ptCount val="2"/>
                <c:pt idx="0">
                  <c:v>Default</c:v>
                </c:pt>
                <c:pt idx="1">
                  <c:v>Tuned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0.005857</c:v>
                </c:pt>
                <c:pt idx="1">
                  <c:v>0.021743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2E2E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1089F-A8FB-422D-9A36-8E3BF1BD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ISOLATION FOREST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0E496-D6F1-4172-81E7-69CE574E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409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BHURAKSHAK · locked synthetic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72832-DB61-45B6-B5E7-7C620B0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98E3D-1A43-45F1-8C72-372EF79B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DEFAULT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EB285-18AC-4FF0-A432-4AB411A5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97.17%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90F31-FE86-4C75-9911-F9BFBAA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0975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Anomaly PR-AUC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2699A-71B6-42EA-86BF-2C1E7EF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TUNED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33BFB-65C4-49A1-B59A-FF2EB0AE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383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89.59%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E9F1D-2866-4970-AEF5-C7DF2067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Recall at development threshold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F98EF-68C5-47A3-9F4C-F97F3DBB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85200-6EAC-4281-8E81-5BDBB840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409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Measured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9D4D8-284F-4CA4-8C8C-546D577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Anomaly detection · default and tuned Isolation Forest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F1CD7-B6E5-4D7B-942E-0AFC8F76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051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E3147-96A3-4A65-B43D-DD135A25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05150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571500" y="3333750"/>
          <a:ext xmlns:a="http://schemas.openxmlformats.org/drawingml/2006/main" cx="1409700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952750"/>
                <a:gridCol w="4191000"/>
                <a:gridCol w="4429125"/>
              </a:tblGrid>
              <a:tr h="5524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Anomaly PR-AUC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at development threshold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False-positive rate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Isolation Forest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97.17%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58.85%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0.59%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Isolation Forest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97.40%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89.59%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2.17%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C9EF4-C3ED-4745-B1D5-616C8555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PR-AUC and 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7FC16-C3EE-4BA5-ACD6-17B1106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Percent · higher values mean more detected positives on each metric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571500" y="6153150"/>
          <a:ext xmlns:a="http://schemas.openxmlformats.org/drawingml/2006/main" cx="8572500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735e281efb4a92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CE3B5-040D-4849-9D43-21E7009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05450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False-positive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2ED55-8E06-4A23-93D0-C7647CDF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19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Separate scale · lower is better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9525000" y="6153150"/>
          <a:ext xmlns:a="http://schemas.openxmlformats.org/drawingml/2006/main" cx="5143500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c16a2f7dc44a09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196E0-F547-46EC-8CD1-8A0BE0D6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7720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71E87-3E95-437E-8F46-7E98C642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43875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Synthetic evaluation only. Recall uses a development threshold; real-mine performance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277605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2026-09-29T14:19:17.5280000Z</dcterms:created>
  <dcterms:modified xsi:type="dcterms:W3CDTF">2026-09-29T14:19:17.5280000Z</dcterms:modified>
</coreProperties>
</file>