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3025177a94e9b" /><Relationship Type="http://schemas.openxmlformats.org/officeDocument/2006/relationships/extended-properties" Target="/docProps/app.xml" Id="Rbdc094fbb9fd46e9" /><Relationship Type="http://schemas.openxmlformats.org/officeDocument/2006/relationships/officeDocument" Target="/ppt/presentation.xml" Id="Rc6d338a24b79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ddc8c90324129"/>
  </p:sldMasterIdLst>
  <p:notesMasterIdLst>
    <p:notesMasterId xmlns:r="http://schemas.openxmlformats.org/officeDocument/2006/relationships" r:id="Reed74f9a1f7a4d45"/>
  </p:notesMasterIdLst>
  <p:sldIdLst>
    <p:sldId xmlns:r="http://schemas.openxmlformats.org/officeDocument/2006/relationships" id="256" r:id="R1ba8a7cbea9544c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bae22c743d4fdd" /><Relationship Type="http://schemas.openxmlformats.org/officeDocument/2006/relationships/slideMaster" Target="/ppt/slideMasters/slideMaster1.xml" Id="Rafdddc8c90324129" /><Relationship Type="http://schemas.openxmlformats.org/officeDocument/2006/relationships/notesMaster" Target="/ppt/notesMasters/notesMaster1.xml" Id="Reed74f9a1f7a4d45" /><Relationship Type="http://schemas.openxmlformats.org/officeDocument/2006/relationships/presProps" Target="/ppt/presProps.xml" Id="Rac15d2f2c50b4072" /><Relationship Type="http://schemas.openxmlformats.org/officeDocument/2006/relationships/tableStyles" Target="/ppt/tableStyles.xml" Id="R127c361ba24e48b8" /><Relationship Type="http://schemas.openxmlformats.org/officeDocument/2006/relationships/slide" Target="/ppt/slides/slide1.xml" Id="R1ba8a7cbea9544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5acf26eaa2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fed579cf349a6" /><Relationship Type="http://schemas.openxmlformats.org/officeDocument/2006/relationships/notesMaster" Target="/ppt/notesMasters/notesMaster1.xml" Id="R4c5e17a727224d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reports/final_eval.json (locked synthetic test risk models and alert engine); reports/tuning/robustness.json (tuned XGBoost workstation CPU p50/p95 latency and sampled RSS). Other model profiling and locked-test calibration were not measured. Display values rounded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5420c4f5c4d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314f24d834a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a0db68fad45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ca153722a49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1f44dd3484e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ff62386294b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0080F6A-09CA-4275-8930-F952515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3E27DC-0D2F-42CC-81D0-A50F4BE62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AF5CE0E-B821-4120-AF1D-C6C3A15726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AB4A4A-1AA9-4BD9-A355-5A913649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FE7C37-D16F-471D-A375-30DA483F3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84FA3E-0778-489A-AA71-A62F801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BC45BB-AE37-4C7D-8085-F522E3968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CE0A61D-DB0A-4046-B147-99A93A099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7613BE-1D0C-4426-A9ED-BBCE1AE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AC040E-DAD0-4514-B142-83C6984DA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107C1B-296B-4B8F-8CB7-E2ACE8566E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0DD4BD-CDB8-4973-A15D-3E63C1BD6F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DADDCAC-CA84-44B2-AB0E-0A34735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143538-AB83-4EDF-BE8B-DE2DF2232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E936D1-CBBA-4EEB-882C-53C0A6AAC1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5d2b1de70747ea" /><Relationship Type="http://schemas.openxmlformats.org/officeDocument/2006/relationships/slideLayout" Target="/ppt/slideLayouts/slideLayout1.xml" Id="Re5cfcb00a7b4486e" /><Relationship Type="http://schemas.openxmlformats.org/officeDocument/2006/relationships/slideLayout" Target="/ppt/slideLayouts/slideLayout2.xml" Id="Rc19ef44e461446f1" /><Relationship Type="http://schemas.openxmlformats.org/officeDocument/2006/relationships/slideLayout" Target="/ppt/slideLayouts/slideLayout3.xml" Id="R0159dd2f781f4fd6" /><Relationship Type="http://schemas.openxmlformats.org/officeDocument/2006/relationships/slideLayout" Target="/ppt/slideLayouts/slideLayout4.xml" Id="Rdeba0fee66774e55" /><Relationship Type="http://schemas.openxmlformats.org/officeDocument/2006/relationships/slideLayout" Target="/ppt/slideLayouts/slideLayout5.xml" Id="R2b408878a6ed41bb" /><Relationship Type="http://schemas.openxmlformats.org/officeDocument/2006/relationships/slideLayout" Target="/ppt/slideLayouts/slideLayout6.xml" Id="Rdbc5741364de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fcb00a7b4486e"/>
    <p:sldLayoutId xmlns:r="http://schemas.openxmlformats.org/officeDocument/2006/relationships" id="2147483650" r:id="Rc19ef44e461446f1"/>
    <p:sldLayoutId xmlns:r="http://schemas.openxmlformats.org/officeDocument/2006/relationships" id="2147483651" r:id="R0159dd2f781f4fd6"/>
    <p:sldLayoutId xmlns:r="http://schemas.openxmlformats.org/officeDocument/2006/relationships" id="2147483652" r:id="Rdeba0fee66774e55"/>
    <p:sldLayoutId xmlns:r="http://schemas.openxmlformats.org/officeDocument/2006/relationships" id="2147483653" r:id="R2b408878a6ed41bb"/>
    <p:sldLayoutId xmlns:r="http://schemas.openxmlformats.org/officeDocument/2006/relationships" id="2147483654" r:id="Rdbc5741364de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bf502d069423d" /><Relationship Type="http://schemas.openxmlformats.org/officeDocument/2006/relationships/chart" Target="/ppt/slides/charts/chart1.xml" Id="R1953114a97da4947" /><Relationship Type="http://schemas.openxmlformats.org/officeDocument/2006/relationships/notesSlide" Target="/ppt/notesSlides/notesSlide1.xml" Id="Rf67ff693597c4a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0.093333</c:v>
                </c:pt>
                <c:pt idx="1">
                  <c:v>0.045689</c:v>
                </c:pt>
                <c:pt idx="2">
                  <c:v>0.764978</c:v>
                </c:pt>
                <c:pt idx="3">
                  <c:v>0.0416</c:v>
                </c:pt>
              </c:numCache>
            </c:numRef>
          </c:val>
        </c:ser>
        <c:ser>
          <c:idx val="1"/>
          <c:order val="1"/>
          <c:tx>
            <c:v>Normal false-alarm rate</c:v>
          </c:tx>
          <c:spPr>
            <a:solidFill xmlns:a="http://schemas.openxmlformats.org/drawingml/2006/main">
              <a:srgbClr val="9A9A9A"/>
            </a:solidFill>
          </c:spPr>
          <c:cat>
            <c:strRef>
              <c:f>'Chart Data'!$C$2:$C$5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0.150756</c:v>
                </c:pt>
                <c:pt idx="1">
                  <c:v>0.037156</c:v>
                </c:pt>
                <c:pt idx="2">
                  <c:v>0.626311</c:v>
                </c:pt>
                <c:pt idx="3">
                  <c:v>0.017422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4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DABF5-3804-4666-9701-EA87B85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ML PERFORMANCE  |  LOCKED SYNTHETIC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FF5B3-0AB4-4F8C-AD79-52A2DACF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Technical feasibility · SIH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5C00B-E536-427D-A2D2-A9F7F7CD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1A08F-67E7-407B-8D0E-1FEE5B2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 · TUNED XGBOOST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71722-B40A-4B07-BEAB-6750C62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9.33%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5358-7306-46E4-AD5C-A54D887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C4FF6-CD14-4306-9A3D-C5B6143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61D0F-95ED-4FA5-84FB-BA0AE385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−3.33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E103-97ED-4B57-8A6B-77D5FE07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76212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Median lead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76340-A909-4120-8A22-7712CED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5C36-2DC3-4ED5-881B-073D8256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52C6D-3FCA-4209-B6A9-DEFF841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409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 and operational rates from the same locked synthetic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993EC-2E2D-43E0-9918-AD0B6779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14650"/>
            <a:ext cx="461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3245D-3A68-4CC9-BCC8-9413B01A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2143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CCCA0-2DBE-4839-BA46-73F92733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5000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COMPUTATIONAL · WORKSTATION CPU / SAMPLED RSS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143250"/>
          <a:ext xmlns:a="http://schemas.openxmlformats.org/drawingml/2006/main" cx="140970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1619250"/>
                <a:gridCol w="1666875"/>
                <a:gridCol w="1333500"/>
                <a:gridCol w="2143125"/>
                <a:gridCol w="1476375"/>
                <a:gridCol w="1476375"/>
                <a:gridCol w="2047875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Critical recall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PR-AUC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false-alarm rate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memory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XGBoost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0.446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15.08%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0.317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550.625 MiB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XGBoost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4.57%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3.72%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76.50%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0.469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0.430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62.63%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Rule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4.16%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0.390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1.74%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3D07A-E9DB-4871-B6EE-974DCA6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 and normal false-alarm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78551-40A1-4640-9133-10CF349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Classifier-level rates · percent of respective class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6229350"/>
          <a:ext xmlns:a="http://schemas.openxmlformats.org/drawingml/2006/main" cx="723900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53114a97da4947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A1F4F-D967-40F4-B7DA-A553A7D9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44E58-7E11-4105-AB7C-36265EEF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7217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from classifier-level rates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8191500" y="6267450"/>
          <a:ext xmlns:a="http://schemas.openxmlformats.org/drawingml/2006/main" cx="6477000" cy="1362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lead time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−3.333 h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 lead time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−11.667 h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 alerts per normal event-day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0.046 episodes/day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EFB3E-CB1D-457E-B69F-F11CC7F0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6EE8B-15EE-4E08-8295-56A0329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700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CALIBRATION  ·  Locked-test calibration: Not measured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F6F7E-C44D-441A-B869-74D6ECA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53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Useful early-warning performance and real-mine transfer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51501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2026-09-29T14:14:48.0910000Z</dcterms:created>
  <dcterms:modified xsi:type="dcterms:W3CDTF">2026-09-29T14:14:48.0910000Z</dcterms:modified>
</coreProperties>
</file>