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c9fd40b5164a2d" /><Relationship Type="http://schemas.openxmlformats.org/officeDocument/2006/relationships/extended-properties" Target="/docProps/app.xml" Id="R96125064e9e04f1a" /><Relationship Type="http://schemas.openxmlformats.org/officeDocument/2006/relationships/officeDocument" Target="/ppt/presentation.xml" Id="Rd81684908d734e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55e6fc615042b1"/>
  </p:sldMasterIdLst>
  <p:notesMasterIdLst>
    <p:notesMasterId xmlns:r="http://schemas.openxmlformats.org/officeDocument/2006/relationships" r:id="Rb2245f5045d04a49"/>
  </p:notesMasterIdLst>
  <p:sldIdLst>
    <p:sldId xmlns:r="http://schemas.openxmlformats.org/officeDocument/2006/relationships" id="256" r:id="R2abd56aea2e64b7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445781776a40e1" /><Relationship Type="http://schemas.openxmlformats.org/officeDocument/2006/relationships/slideMaster" Target="/ppt/slideMasters/slideMaster1.xml" Id="R7755e6fc615042b1" /><Relationship Type="http://schemas.openxmlformats.org/officeDocument/2006/relationships/notesMaster" Target="/ppt/notesMasters/notesMaster1.xml" Id="Rb2245f5045d04a49" /><Relationship Type="http://schemas.openxmlformats.org/officeDocument/2006/relationships/presProps" Target="/ppt/presProps.xml" Id="R97be9b63a2f94ce1" /><Relationship Type="http://schemas.openxmlformats.org/officeDocument/2006/relationships/tableStyles" Target="/ppt/tableStyles.xml" Id="Reb6e107a83dc4d71" /><Relationship Type="http://schemas.openxmlformats.org/officeDocument/2006/relationships/slide" Target="/ppt/slides/slide1.xml" Id="R2abd56aea2e64b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5c058e62af4d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d416f0ee22411b" /><Relationship Type="http://schemas.openxmlformats.org/officeDocument/2006/relationships/notesMaster" Target="/ppt/notesMasters/notesMaster1.xml" Id="R820f3ca7d0c447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reports/final_eval.json, anomaly_models.default and anomaly_models.tuned, locked synthetic test. The user-provided bhurakshak_isolation_forest_performance.png supplies the original displayed values and caveat. Percentages are rounded to two decimal places. Recall uses the development healthy threshold; this is not a newly optimized locked-test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56c8df0b94b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1c3b1b86d4f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64edfc2474e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48625a5c447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de7fabdde40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a18cbe4ee43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7FBF36D-63A7-4023-8F42-AAE82837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8DA709-C786-49F6-999C-8F64571164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63EC405-494C-42C1-83EA-2A6F1463C0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BAE35C6-9EA6-4353-96D2-DADB32C2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CAB792-5B4D-48F7-8110-3B20B8B388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1EC961E-36C7-4D11-B73D-79C637D5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A13AF3E-170D-4D4A-B231-36E4C1E05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AD6F958-732A-4872-A17C-4469281627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804E331-5793-4724-8613-EA7F26D6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276ADA-89DB-4F97-B34D-078B1343B9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45F070-C077-47CC-9707-AE131D6A6D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9ED488-1305-4F48-8920-CF16C30C8F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65FE10B-D544-4D84-8E96-15781E62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91BDD9-341D-44EC-A9E4-BD74B531E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46BD18-90F4-422F-A47A-15C50C1909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6818b846de44a4" /><Relationship Type="http://schemas.openxmlformats.org/officeDocument/2006/relationships/slideLayout" Target="/ppt/slideLayouts/slideLayout1.xml" Id="R84f723c797814d1e" /><Relationship Type="http://schemas.openxmlformats.org/officeDocument/2006/relationships/slideLayout" Target="/ppt/slideLayouts/slideLayout2.xml" Id="R121aa7f7903b4890" /><Relationship Type="http://schemas.openxmlformats.org/officeDocument/2006/relationships/slideLayout" Target="/ppt/slideLayouts/slideLayout3.xml" Id="Rbf6e1dd199124e52" /><Relationship Type="http://schemas.openxmlformats.org/officeDocument/2006/relationships/slideLayout" Target="/ppt/slideLayouts/slideLayout4.xml" Id="Rc6b3629fd1b8432f" /><Relationship Type="http://schemas.openxmlformats.org/officeDocument/2006/relationships/slideLayout" Target="/ppt/slideLayouts/slideLayout5.xml" Id="R9371c1c283dd4c8b" /><Relationship Type="http://schemas.openxmlformats.org/officeDocument/2006/relationships/slideLayout" Target="/ppt/slideLayouts/slideLayout6.xml" Id="Rce7de4ee6c2c4a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f723c797814d1e"/>
    <p:sldLayoutId xmlns:r="http://schemas.openxmlformats.org/officeDocument/2006/relationships" id="2147483650" r:id="R121aa7f7903b4890"/>
    <p:sldLayoutId xmlns:r="http://schemas.openxmlformats.org/officeDocument/2006/relationships" id="2147483651" r:id="Rbf6e1dd199124e52"/>
    <p:sldLayoutId xmlns:r="http://schemas.openxmlformats.org/officeDocument/2006/relationships" id="2147483652" r:id="Rc6b3629fd1b8432f"/>
    <p:sldLayoutId xmlns:r="http://schemas.openxmlformats.org/officeDocument/2006/relationships" id="2147483653" r:id="R9371c1c283dd4c8b"/>
    <p:sldLayoutId xmlns:r="http://schemas.openxmlformats.org/officeDocument/2006/relationships" id="2147483654" r:id="Rce7de4ee6c2c4a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e3db3fb774bcc" /><Relationship Type="http://schemas.openxmlformats.org/officeDocument/2006/relationships/chart" Target="/ppt/slides/charts/chart1.xml" Id="R2bc7f7351e034a0c" /><Relationship Type="http://schemas.openxmlformats.org/officeDocument/2006/relationships/chart" Target="/ppt/slides/charts/chart2.xml" Id="Rb7ec936d65464479" /><Relationship Type="http://schemas.openxmlformats.org/officeDocument/2006/relationships/notesSlide" Target="/ppt/notesSlides/notesSlide1.xml" Id="R6248911144774a9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Anomaly PR-AUC</c:v>
          </c:tx>
          <c:spPr>
            <a:solidFill xmlns:a="http://schemas.openxmlformats.org/drawingml/2006/main">
              <a:srgbClr val="222222"/>
            </a:solidFill>
          </c:spPr>
          <c:cat>
            <c:strRef>
              <c:f>'Chart Data'!$A$2:$A$3</c:f>
              <c:strCache>
                <c:ptCount val="2"/>
                <c:pt idx="0">
                  <c:v>Default Isolation Forest</c:v>
                </c:pt>
                <c:pt idx="1">
                  <c:v>Tuned Isolation Forest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0.97168</c:v>
                </c:pt>
                <c:pt idx="1">
                  <c:v>0.973999</c:v>
                </c:pt>
              </c:numCache>
            </c:numRef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9A9A9A"/>
            </a:solidFill>
          </c:spPr>
          <c:cat>
            <c:strRef>
              <c:f>'Chart Data'!$C$2:$C$3</c:f>
              <c:strCache>
                <c:ptCount val="2"/>
                <c:pt idx="0">
                  <c:v>Default Isolation Forest</c:v>
                </c:pt>
                <c:pt idx="1">
                  <c:v>Tuned Isolation Forest</c:v>
                </c:pt>
              </c:strCache>
            </c:strRef>
          </c:cat>
          <c:val>
            <c:numRef>
              <c:f>'Chart Data'!$D$2:$D$3</c:f>
              <c:numCache>
                <c:formatCode>0.00%</c:formatCode>
                <c:ptCount val="2"/>
                <c:pt idx="0">
                  <c:v>0.588529</c:v>
                </c:pt>
                <c:pt idx="1">
                  <c:v>0.895942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2E2E2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7171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False-positive rate</c:v>
          </c:tx>
          <c:spPr>
            <a:solidFill xmlns:a="http://schemas.openxmlformats.org/drawingml/2006/main">
              <a:srgbClr val="777777"/>
            </a:solidFill>
          </c:spPr>
          <c:cat>
            <c:strRef>
              <c:f>'Chart Data'!$A$2:$A$3</c:f>
              <c:strCache>
                <c:ptCount val="2"/>
                <c:pt idx="0">
                  <c:v>Default</c:v>
                </c:pt>
                <c:pt idx="1">
                  <c:v>Tuned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0.005857</c:v>
                </c:pt>
                <c:pt idx="1">
                  <c:v>0.021743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2E2E2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C4A40-32CF-43A1-823F-B4346AB9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ISOLATION FOREST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E588B-92A7-413B-BCBC-C942B864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409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BHURAKSHAK · locked synthetic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901CD-0947-467F-8383-69484A67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0DF24-CD96-4B04-B63C-F8FDF454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TUNED MODEL ·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F519B-4B55-4ABB-99AA-81279E4E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89.59%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4D811-F2EC-4317-B90B-4FE0A012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09750"/>
            <a:ext cx="457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Recall at development 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906F6-C372-4E98-859F-E8597AA1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097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TUNED MODEL · FALSE POSITIVES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6A344-F844-4E4F-8B71-26E234DD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383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2.17%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AC505-1C42-4140-990F-F4A4F58F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09750"/>
            <a:ext cx="457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False-positive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D5977-03D8-436C-852D-C40D5959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BB992-214C-48B3-8900-32286D6A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409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Measured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E55E5-57B8-47B7-BD93-8A70783C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409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Anomaly detection · default and tuned Isolation Forest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45ABA-263C-4229-901C-3274F5D2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051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83522-E3B0-45A2-9865-19BB3222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05150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571500" y="3333750"/>
          <a:ext xmlns:a="http://schemas.openxmlformats.org/drawingml/2006/main" cx="14097000" cy="1847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2952750"/>
                <a:gridCol w="4191000"/>
                <a:gridCol w="4429125"/>
              </a:tblGrid>
              <a:tr h="5524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14300" marR="95250" marT="95250" marB="762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Anomaly PR-AUC</a:t>
                      </a:r>
                    </a:p>
                  </a:txBody>
                  <a:tcPr marL="114300" marR="95250" marT="95250" marB="762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at development threshold</a:t>
                      </a:r>
                    </a:p>
                  </a:txBody>
                  <a:tcPr marL="114300" marR="95250" marT="95250" marB="762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False-positive rate</a:t>
                      </a:r>
                    </a:p>
                  </a:txBody>
                  <a:tcPr marL="114300" marR="95250" marT="95250" marB="76200" anchor="ctr">
                    <a:solidFill>
                      <a:srgbClr val="ECECE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Default Isolation Forest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97.17%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58.85%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0.59%</a:t>
                      </a:r>
                    </a:p>
                  </a:txBody>
                  <a:tcPr marL="114300" marR="95250" marT="95250" marB="762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Tuned Isolation Forest</a:t>
                      </a:r>
                    </a:p>
                  </a:txBody>
                  <a:tcPr marL="114300" marR="95250" marT="95250" marB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97.40%</a:t>
                      </a:r>
                    </a:p>
                  </a:txBody>
                  <a:tcPr marL="114300" marR="95250" marT="95250" marB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89.59%</a:t>
                      </a:r>
                    </a:p>
                  </a:txBody>
                  <a:tcPr marL="114300" marR="95250" marT="95250" marB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2.17%</a:t>
                      </a:r>
                    </a:p>
                  </a:txBody>
                  <a:tcPr marL="114300" marR="95250" marT="95250" marB="7620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D426A-25CE-4B8A-AACE-CE51C80F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PR-AUC and 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97B8F-F61C-41B8-8BD6-A14AFA58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Percent · PR-AUC and recall use the same locked synthetic test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571500" y="6153150"/>
          <a:ext xmlns:a="http://schemas.openxmlformats.org/drawingml/2006/main" cx="8572500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c7f7351e034a0c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F2F31-97C9-40ED-B929-418FE43C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05450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False-positive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D60CC-5056-4E22-9AE9-44FAB476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197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Separate scale · lower is better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9525000" y="6153150"/>
          <a:ext xmlns:a="http://schemas.openxmlformats.org/drawingml/2006/main" cx="5143500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ec936d65464479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08D07-642C-4DB1-8B8B-FDDC1FE8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7720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7CC53-EE04-404E-B259-E934BC7F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43875"/>
            <a:ext cx="1409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Synthetic evaluation only. Recall uses a development threshold; real-mine performance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965735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2026-09-29T14:19:55.5780000Z</dcterms:created>
  <dcterms:modified xsi:type="dcterms:W3CDTF">2026-09-29T14:19:55.5780000Z</dcterms:modified>
</coreProperties>
</file>